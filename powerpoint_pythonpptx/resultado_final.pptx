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Ventas Actualizadas (Q1)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Prueba Automatizada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 con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Punto Alpha Modificado</a:t>
            </a:r>
          </a:p>
          <a:p>
            <a:pPr/>
            <a:r>
              <a:t>Punto B</a:t>
            </a:r>
          </a:p>
          <a:p>
            <a:pPr/>
            <a:r>
              <a:t>Punto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Mensuales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